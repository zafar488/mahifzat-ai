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MaaHifazat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Maternal Health &amp; Multi-Agent Orchestration</a:t>
            </a:r>
          </a:p>
          <a:p/>
          <a:p>
            <a:r>
              <a:t>Group Name: Algo Titans</a:t>
            </a:r>
          </a:p>
          <a:p>
            <a:r>
              <a:t>1. Zafar Ullah (Leader)</a:t>
            </a:r>
          </a:p>
          <a:p>
            <a:r>
              <a:t>2. Muhammad Ali</a:t>
            </a:r>
          </a:p>
          <a:p>
            <a:r>
              <a:t>3. Muhammad Younus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The Problem: Why MaaHifazat?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  <a:latin typeface="Calibri"/>
              </a:rPr>
              <a:t>In rural areas, mothers and babies face critical risks due to 'The Three Delays':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1. Delay in Decision: Unrecognized symptoms leading to late action.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2. Delay in Reaching Help: Unknown hospital capabilities and distances.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3. Delay in Care: Overcrowded facilities and slow triage.</a:t>
            </a:r>
          </a:p>
          <a:p>
            <a:r>
              <a:rPr>
                <a:solidFill>
                  <a:srgbClr val="374151"/>
                </a:solidFill>
                <a:latin typeface="Calibri"/>
              </a:rPr>
              <a:t>Our Goal: Eliminate these delays using advanced Machine Learning and AI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System 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  <a:latin typeface="Calibri"/>
              </a:rPr>
              <a:t>A full-stack, scalable application built for clinical environments: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Backend: FastAPI (Python) for asynchronous, high-performance REST APIs.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Frontend: React 19 + TypeScript + Vite + Tailwind CSS for a highly responsive UI.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Database: SQLite with SQLAlchemy (asyncio) for persistent clinical records.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AI Infrastructure: 5 custom ML models (XGBoost, Random Forest) loaded into a Model Registry.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Orchestration: LangGraph StateGraph connecting 9 AI sub-agents.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The MaaHifazat Dashboard</a:t>
            </a:r>
          </a:p>
        </p:txBody>
      </p:sp>
      <p:pic>
        <p:nvPicPr>
          <p:cNvPr id="3" name="Picture 2" descr="01_ma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81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A clean, clinical UI designed for Lady Health Workers (LHWs) and Doctors to manage patient records and alerts easily.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5 Specialized ML Models in Action</a:t>
            </a:r>
          </a:p>
        </p:txBody>
      </p:sp>
      <p:pic>
        <p:nvPicPr>
          <p:cNvPr id="3" name="Picture 2" descr="03_form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40480" cy="3875141"/>
          </a:xfrm>
          <a:prstGeom prst="rect">
            <a:avLst/>
          </a:prstGeom>
        </p:spPr>
      </p:pic>
      <p:pic>
        <p:nvPicPr>
          <p:cNvPr id="4" name="Picture 3" descr="04_results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4151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74151"/>
                </a:solidFill>
              </a:rPr>
              <a:t>1. MaternalGuard (Maternal Risk)   |   2. FetalWatch (Fetal Distress)</a:t>
            </a:r>
          </a:p>
          <a:p>
            <a:r>
              <a:rPr sz="1600" b="1">
                <a:solidFill>
                  <a:srgbClr val="374151"/>
                </a:solidFill>
              </a:rPr>
              <a:t>3. PretermGuard (Preterm Risk)   |   4. GestationInsight   |   5. CareReach (ANC Dropout)</a:t>
            </a:r>
          </a:p>
          <a:p>
            <a:r>
              <a:rPr sz="1600" b="1">
                <a:solidFill>
                  <a:srgbClr val="374151"/>
                </a:solidFill>
              </a:rPr>
              <a:t>Patient vitals and CTG features are processed simultaneously to provide a unified diagnostic 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9-Agent LangGraph Orchestration</a:t>
            </a:r>
          </a:p>
        </p:txBody>
      </p:sp>
      <p:pic>
        <p:nvPicPr>
          <p:cNvPr id="3" name="Picture 2" descr="02_agen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81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When an emergency is detected, a state graph of 9 autonomous AI agents kicks in. They handle Data Quality, WHO Triage, Smart Referrals, and automated SMS Communications.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Live Workflow &amp; Clinical Reporting</a:t>
            </a:r>
          </a:p>
        </p:txBody>
      </p:sp>
      <p:pic>
        <p:nvPicPr>
          <p:cNvPr id="3" name="Picture 2" descr="04_result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40480" cy="3875141"/>
          </a:xfrm>
          <a:prstGeom prst="rect">
            <a:avLst/>
          </a:prstGeom>
        </p:spPr>
      </p:pic>
      <p:pic>
        <p:nvPicPr>
          <p:cNvPr id="4" name="Picture 3" descr="08_results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4151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74151"/>
                </a:solidFill>
              </a:rPr>
              <a:t>The 'Reporting Agent' generates a complete clinical summary for the doctor. The 'Smart Referral Agent' calculates optimal facility routes, and the 'Communication Agent' dispatches SMS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Strict WHO Safety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  <a:latin typeface="Calibri"/>
              </a:rPr>
              <a:t>AI must be reliable. We implemented deterministic safety rules: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Rule-Based Overrides: If vitals show severe hypertension (BP &gt; 160/110) or eclampsia symptoms, the system IGNORES the ML prediction.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High-Risk Emergency: It instantly triggers an emergency triage level, forcing the orchestration agents to route the patient to an ICU.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This hybrid approach (ML + Deterministic Rules) guarantees 100%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  <a:latin typeface="Calibri"/>
              </a:rP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  <a:latin typeface="Calibri"/>
              </a:rPr>
              <a:t>MaaHifazat AI is not just a prediction tool; it is a full clinical workflow: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It identifies the problem early using 5 distinct ML models.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It coordinates the solution using a 9-Agent architecture.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It connects the patient to the right facility instantly.</a:t>
            </a:r>
          </a:p>
          <a:p>
            <a:pPr lvl="1"/>
            <a:r>
              <a:rPr>
                <a:solidFill>
                  <a:srgbClr val="374151"/>
                </a:solidFill>
                <a:latin typeface="Calibri"/>
              </a:rPr>
              <a:t>By eliminating the 'Three Delays', Algo Titans aims to drastically reduce maternal mortality.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