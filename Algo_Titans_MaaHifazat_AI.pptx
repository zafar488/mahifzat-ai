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MaaHifazat AI</a:t>
            </a:r>
          </a:p>
          <a:p>
            <a:r>
              <a:rPr b="1">
                <a:solidFill>
                  <a:srgbClr val="0F766E"/>
                </a:solidFill>
              </a:rPr>
              <a:t>AI-Powered Maternal Health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Protecting Mothers and Babies with Smart Technology</a:t>
            </a:r>
          </a:p>
          <a:p/>
          <a:p>
            <a:r>
              <a:t>Group Name: Algo Titans</a:t>
            </a:r>
          </a:p>
          <a:p>
            <a:r>
              <a:t>1. Zafar Ullah (Leader)</a:t>
            </a:r>
          </a:p>
          <a:p>
            <a:r>
              <a:t>2. Muhammad Ali</a:t>
            </a:r>
          </a:p>
          <a:p>
            <a:r>
              <a:t>3. Muhammad Younus Khan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The Problem: Why MaaHifazat?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In many rural areas, mothers and babies face big risks because of delays:</a:t>
            </a:r>
          </a:p>
          <a:p>
            <a:pPr lvl="1"/>
            <a:r>
              <a:rPr>
                <a:solidFill>
                  <a:srgbClr val="374151"/>
                </a:solidFill>
              </a:rPr>
              <a:t>1. Delay in Decision: Not knowing when it's an emergency.</a:t>
            </a:r>
          </a:p>
          <a:p>
            <a:pPr lvl="1"/>
            <a:r>
              <a:rPr>
                <a:solidFill>
                  <a:srgbClr val="374151"/>
                </a:solidFill>
              </a:rPr>
              <a:t>2. Delay in Reaching Help: Not knowing which hospital has the right facilities (like an emergency room or baby ICU).</a:t>
            </a:r>
          </a:p>
          <a:p>
            <a:pPr lvl="1"/>
            <a:r>
              <a:rPr>
                <a:solidFill>
                  <a:srgbClr val="374151"/>
                </a:solidFill>
              </a:rPr>
              <a:t>3. Delay in Care: Hospitals are overcrowded and slow to check patients.</a:t>
            </a:r>
          </a:p>
          <a:p>
            <a:r>
              <a:rPr>
                <a:solidFill>
                  <a:srgbClr val="374151"/>
                </a:solidFill>
              </a:rPr>
              <a:t>Our Goal: Stop these delays and save lives using Artificial Intelligence!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What is MaaHifazat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MaaHifazat AI is a smart system for health workers (LHWs) and doctors.</a:t>
            </a:r>
          </a:p>
          <a:p>
            <a:pPr lvl="1"/>
            <a:r>
              <a:rPr>
                <a:solidFill>
                  <a:srgbClr val="374151"/>
                </a:solidFill>
              </a:rPr>
              <a:t>It uses 5 Smart AI Models to check the health of the mother and baby.</a:t>
            </a:r>
          </a:p>
          <a:p>
            <a:pPr lvl="1"/>
            <a:r>
              <a:rPr>
                <a:solidFill>
                  <a:srgbClr val="374151"/>
                </a:solidFill>
              </a:rPr>
              <a:t>It uses 9 AI 'Agents' (virtual assistants) to manage the whole process automatically.</a:t>
            </a:r>
          </a:p>
          <a:p>
            <a:pPr lvl="1"/>
            <a:r>
              <a:rPr>
                <a:solidFill>
                  <a:srgbClr val="374151"/>
                </a:solidFill>
              </a:rPr>
              <a:t>It acts as a digital brain that quickly finds out if a patient is in danger and immediately sends them to the right hospital.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Our 5 Smart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We trained five different AI tools to look at patient data:</a:t>
            </a:r>
          </a:p>
          <a:p>
            <a:pPr lvl="1"/>
            <a:r>
              <a:rPr>
                <a:solidFill>
                  <a:srgbClr val="374151"/>
                </a:solidFill>
              </a:rPr>
              <a:t>1. MaternalGuard: Checks the mother's vitals (like blood pressure) to see if she is at risk.</a:t>
            </a:r>
          </a:p>
          <a:p>
            <a:pPr lvl="1"/>
            <a:r>
              <a:rPr>
                <a:solidFill>
                  <a:srgbClr val="374151"/>
                </a:solidFill>
              </a:rPr>
              <a:t>2. FetalWatch: Checks the baby's heartbeat to make sure the baby is safe.</a:t>
            </a:r>
          </a:p>
          <a:p>
            <a:pPr lvl="1"/>
            <a:r>
              <a:rPr>
                <a:solidFill>
                  <a:srgbClr val="374151"/>
                </a:solidFill>
              </a:rPr>
              <a:t>3. PretermGuard: Predicts if the baby might be born too early.</a:t>
            </a:r>
          </a:p>
          <a:p>
            <a:pPr lvl="1"/>
            <a:r>
              <a:rPr>
                <a:solidFill>
                  <a:srgbClr val="374151"/>
                </a:solidFill>
              </a:rPr>
              <a:t>4. GestationInsight: Looks for pregnancy complications like diabetes.</a:t>
            </a:r>
          </a:p>
          <a:p>
            <a:pPr lvl="1"/>
            <a:r>
              <a:rPr>
                <a:solidFill>
                  <a:srgbClr val="374151"/>
                </a:solidFill>
              </a:rPr>
              <a:t>5. CareReach: Finds out if a mother might miss her important check-up visits.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Our 9 AI Agents (The Virtual Team)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Once the AI models find a problem, our 9 AI agents start working together:</a:t>
            </a:r>
          </a:p>
          <a:p>
            <a:pPr lvl="1"/>
            <a:r>
              <a:rPr>
                <a:solidFill>
                  <a:srgbClr val="374151"/>
                </a:solidFill>
              </a:rPr>
              <a:t>Intake Agent: Collects patient data.</a:t>
            </a:r>
          </a:p>
          <a:p>
            <a:pPr lvl="1"/>
            <a:r>
              <a:rPr>
                <a:solidFill>
                  <a:srgbClr val="374151"/>
                </a:solidFill>
              </a:rPr>
              <a:t>Risk Agent: Uses WHO safety rules. If it sees a RED flag (like very high BP), it declares an emergency immediately!</a:t>
            </a:r>
          </a:p>
          <a:p>
            <a:pPr lvl="1"/>
            <a:r>
              <a:rPr>
                <a:solidFill>
                  <a:srgbClr val="374151"/>
                </a:solidFill>
              </a:rPr>
              <a:t>Smart Referral Agent: Finds the nearest hospital with the right facilities and shortest travel time.</a:t>
            </a:r>
          </a:p>
          <a:p>
            <a:pPr lvl="1"/>
            <a:r>
              <a:rPr>
                <a:solidFill>
                  <a:srgbClr val="374151"/>
                </a:solidFill>
              </a:rPr>
              <a:t>Communication Agent: Sends automatic SMS/WhatsApp alerts to doctors and patients.</a:t>
            </a:r>
          </a:p>
          <a:p>
            <a:pPr lvl="1"/>
            <a:r>
              <a:rPr>
                <a:solidFill>
                  <a:srgbClr val="374151"/>
                </a:solidFill>
              </a:rPr>
              <a:t>Reporting Agent: Makes a neat summary report for the doctor to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Strict WHO Safety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Machine Learning can make mistakes, but human lives are precious.</a:t>
            </a:r>
          </a:p>
          <a:p>
            <a:pPr lvl="1"/>
            <a:r>
              <a:rPr>
                <a:solidFill>
                  <a:srgbClr val="374151"/>
                </a:solidFill>
              </a:rPr>
              <a:t>That is why we built a strict WHO Rule Engine.</a:t>
            </a:r>
          </a:p>
          <a:p>
            <a:pPr lvl="1"/>
            <a:r>
              <a:rPr>
                <a:solidFill>
                  <a:srgbClr val="374151"/>
                </a:solidFill>
              </a:rPr>
              <a:t>If a patient has severe headache, blurred vision, or heavy bleeding, the system IGNORES the AI and immediately triggers a 'High-Risk Emergency'.</a:t>
            </a:r>
          </a:p>
          <a:p>
            <a:pPr lvl="1"/>
            <a:r>
              <a:rPr>
                <a:solidFill>
                  <a:srgbClr val="374151"/>
                </a:solidFill>
              </a:rPr>
              <a:t>This ensures the system is 100% safe and reliable for real clinical use.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Easy to Use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We built a beautiful web dashboard using React &amp; Tailwind CSS.</a:t>
            </a:r>
          </a:p>
          <a:p>
            <a:pPr lvl="1"/>
            <a:r>
              <a:rPr>
                <a:solidFill>
                  <a:srgbClr val="374151"/>
                </a:solidFill>
              </a:rPr>
              <a:t>Risk Intelligence Page: Where doctors can see all 5 AI models working at once.</a:t>
            </a:r>
          </a:p>
          <a:p>
            <a:pPr lvl="1"/>
            <a:r>
              <a:rPr>
                <a:solidFill>
                  <a:srgbClr val="374151"/>
                </a:solidFill>
              </a:rPr>
              <a:t>Live Agent Runner: Where you can literally watch the 9 AI agents talking to each other, generating referrals, and sending messages.</a:t>
            </a:r>
          </a:p>
          <a:p>
            <a:pPr lvl="1"/>
            <a:r>
              <a:rPr>
                <a:solidFill>
                  <a:srgbClr val="374151"/>
                </a:solidFill>
              </a:rPr>
              <a:t>Alert Center: A screen showing all critical patient emergencies in real-time.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F766E"/>
                </a:solidFill>
              </a:rPr>
              <a:t>Conclusion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rgbClr val="374151"/>
                </a:solidFill>
              </a:rPr>
              <a:t>Conclusion:</a:t>
            </a:r>
          </a:p>
          <a:p>
            <a:pPr lvl="1"/>
            <a:r>
              <a:rPr>
                <a:solidFill>
                  <a:srgbClr val="374151"/>
                </a:solidFill>
              </a:rPr>
              <a:t>MaaHifazat AI is a complete digital solution that uses Artificial Intelligence to protect mothers and babies in Pakistan.</a:t>
            </a:r>
          </a:p>
          <a:p>
            <a:r>
              <a:rPr>
                <a:solidFill>
                  <a:srgbClr val="374151"/>
                </a:solidFill>
              </a:rPr>
              <a:t>Future Plans:</a:t>
            </a:r>
          </a:p>
          <a:p>
            <a:pPr lvl="1"/>
            <a:r>
              <a:rPr>
                <a:solidFill>
                  <a:srgbClr val="374151"/>
                </a:solidFill>
              </a:rPr>
              <a:t>Voice Input: Health workers can just speak to the app instead of typing.</a:t>
            </a:r>
          </a:p>
          <a:p>
            <a:pPr lvl="1"/>
            <a:r>
              <a:rPr>
                <a:solidFill>
                  <a:srgbClr val="374151"/>
                </a:solidFill>
              </a:rPr>
              <a:t>Offline Mode: The app will work even in villages without internet.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